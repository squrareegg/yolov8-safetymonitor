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딥러닝 아이트래킹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8B8B"/>
                </a:solidFill>
                <a:latin typeface="맑은 고딕"/>
              </a:rPr>
              <a:t>인지 장애 치료를 위한 시선 방향 인식 기반 의사소통 보조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신체적 제약으로 의사소통이 어려운 환자가 시선 방향만으로 의사를 표현할 수 있게 돕는 딥러닝 기반 보조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3인 팀 · 2023.11.06~11.23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발표자: 김준우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문제 정의·모티브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핵심 구현·데모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892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성과·배운점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2023.11.06~11.23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3명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SqurareEgg/CBT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55448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97536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AI 모델(본인)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시선 데이터 전처리·Keras 모델·Flask 추론서버</a:t>
                      </a:r>
                    </a:p>
                  </a:txBody>
                  <a:tcPr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서버(Spring)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팀원 1명</a:t>
                      </a:r>
                    </a:p>
                  </a:txBody>
                  <a:tcPr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클라이언트(HTML)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맑은 고딕"/>
                        </a:rPr>
                        <a:t>팀원 1명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solidFill>
            <a:srgbClr val="FF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본인 기여도: AI 모델 파트 전담 (담당 모듈 기준 100%)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문제 정의 · 모티브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신체적 제약(인지 장애 등)으로 의사소통이 어려운 환자가 시선의 방향만으로 의사를 표현할 수 있는 보조 도구의 필요성에서 출발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👁️ 웹캠으로 얼굴·눈을 촬영해 시선 방향(좌상/좌하/우상/우하) 판별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📡 판별 결과를 서버로 전송, 의사소통 UI에 반영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874320" cy="457200"/>
          </a:xfrm>
          <a:prstGeom prst="round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43000" y="1737360"/>
            <a:ext cx="774320" cy="457200"/>
          </a:xfrm>
          <a:prstGeom prst="roundRect">
            <a:avLst/>
          </a:prstGeom>
          <a:solidFill>
            <a:srgbClr val="D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43000" y="1737360"/>
            <a:ext cx="7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4480" y="1737360"/>
            <a:ext cx="77432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4480" y="1737360"/>
            <a:ext cx="7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Flask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5960" y="1737360"/>
            <a:ext cx="874320" cy="457200"/>
          </a:xfrm>
          <a:prstGeom prst="roundRect">
            <a:avLst/>
          </a:prstGeom>
          <a:solidFill>
            <a:srgbClr val="5C3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596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왜 이 기술인가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8655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Haar Cascade — 딥러닝 기반 얼굴 검출(MTCNN 등)도 검토했으나, 훨씬 가볍고 빨라 실시간 처리에 적합해 채택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핵심 구현 ·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0000"/>
            <a:ext cx="1072865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맑은 고딕"/>
              </a:rPr>
              <a:t>얼굴·눈 영역을 먼저 검출한 뒤 CNN으로 4방향 시선을 분류하는 2단계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맑은 고딕"/>
              </a:rPr>
              <a:t>[ 실제 화면 스크린샷 삽입 ]
(시선 방향 판별 결과)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5760720" cy="2743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face = haar_face.detectMultiScale(gray)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eye = haar_eye.detectMultiScale(roi)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eye_img = resize(eye_crop, (80, 80))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x = Conv2D(...)(eye_img)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x = MaxPooling2D()(x)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pred = model.predict(x)  # lb/lt/rb/rt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7200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맑은 고딕"/>
              </a:rPr>
              <a:t>OpenCV Haar Cascade로 얼굴·눈 검출 → 80×80 리사이즈 → Conv2D+MaxPooling CNN(Keras)으로 4클래스 분류. Flask /inference API로 실시간 서빙.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트러블슈팅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얼굴/눈 검출이 서로 뒤바뀌어 오작동하던 문제 발견부터 해결까지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8B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얼굴·눈 검출기가 서로 반대로 동작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8B"/>
                </a:solidFill>
                <a:latin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face_cascade·eye_cascade에 로드된 Haar Cascade XML 파일이 뒤바뀜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8B"/>
                </a:solidFill>
                <a:latin typeface="맑은 고딕"/>
              </a:rPr>
              <a:t>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코드 리뷰로 확인 후 올바른 XML 파일로 교체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성과 · 배운점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시선 방향 실시간 추론 서버 구현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400" cy="457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배운점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3인 팀에서 제 파트(모델)가 막히면 뒤 단계인 서버·클라이언트 연동 전체가 지연된다는 걸 체감하며, 제 코드의 완성도가 곧 팀 전체 일정이라는 책임감을 느낌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E8B8B"/>
                </a:solidFill>
                <a:latin typeface="맑은 고딕"/>
              </a:rPr>
              <a:t>GitHub: github.com/SqurareEgg/CBT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이메일: kjw5262@naver.com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