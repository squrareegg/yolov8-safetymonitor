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9C6B4A"/>
                </a:solidFill>
                <a:latin typeface="맑은 고딕"/>
              </a:rPr>
              <a:t>YOLOv8 기반 산업현장 안전 모니터링 웹앱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CCTV·웹캠으로 안전모 미착용·차량을 실시간 탐지하는 산업안전 시스템을 목표로 한 프로젝트 (실제 구현 범위는 본문에서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2025 ICT 한이음 드림업 · 3인+멘토1 · 2025.04~07 · 공모전 본선 탈락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발표자: 김준우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문제 정의·모티브(제안 단계)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주요 기능(실제 구현)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54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시스템 구조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8892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핵심 구현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설계 대비 구현 간극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4709160"/>
            <a:ext cx="502920" cy="502920"/>
          </a:xfrm>
          <a:prstGeom prst="ellipse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754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성과·배운점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2025.04~07 집중개발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멘티 3명+멘토 1명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공모전 본선 탈락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SqurareEgg/YOLOv8-SafetyMonitor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solidFill>
            <a:srgbClr val="FF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본인 역할: 초기 YOLO/AI 모델 담당(PPE 커스텀 학습 시도) → 모델 작업 정체로 프론트엔드까지 겸임. 최종 코드 통합·업로드 단독 수행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문제 정의 · 모티브 (제안 단계)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고속도로 교량 붕괴, 건설 현장 추락사고 등 중대재해 빈발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중대재해처벌법 시행으로 안전관리 책임 강화, 기존 CCTV는 사후 대응에만 머묾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→ CCTV·AI 영상분석으로 안전모 미착용·위험행동을 실시간 감지·경고하는 예방 중심 시스템을 목표로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0000"/>
            <a:ext cx="10728655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이 슬라이드는 제안서상 목표입니다 — 실제 달성 범위는 다음 슬라이드와 '설계 대비 구현 간극'에서 구분합니다.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주요 기능 (실제 구현)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📹 웹캠 실시간 스트리밍 + YOLOv8 추론 결과 MJPEG 오버레이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🖼️ 이미지·영상 업로드 후 객체 탐지 결과 반환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📊 탐지 로그 조회 및 CSV 내보내기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⚙️ confidence·NMS 임계값, 경보 대상 클래스 설정 UI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(설계만 되고 동작하지 않음) 안전모/조끼/번호판 탐지 — COCO 기본 모델에 해당 클래스가 없어 작동하지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874320" cy="457200"/>
          </a:xfrm>
          <a:prstGeom prst="round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43000" y="1737360"/>
            <a:ext cx="77432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43000" y="1737360"/>
            <a:ext cx="7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Flask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4480" y="1737360"/>
            <a:ext cx="874320" cy="457200"/>
          </a:xfrm>
          <a:prstGeom prst="roundRect">
            <a:avLst/>
          </a:prstGeom>
          <a:solidFill>
            <a:srgbClr val="111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448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YOLOv8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5960" y="1737360"/>
            <a:ext cx="874320" cy="457200"/>
          </a:xfrm>
          <a:prstGeom prst="roundRect">
            <a:avLst/>
          </a:prstGeom>
          <a:solidFill>
            <a:srgbClr val="5C3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596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OpenCV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7440" y="1737360"/>
            <a:ext cx="974320" cy="457200"/>
          </a:xfrm>
          <a:prstGeom prst="roundRect">
            <a:avLst/>
          </a:prstGeom>
          <a:solidFill>
            <a:srgbClr val="EE4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7440" y="1737360"/>
            <a:ext cx="9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PyTorch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88920" y="1737360"/>
            <a:ext cx="1174320" cy="457200"/>
          </a:xfrm>
          <a:prstGeom prst="roundRect">
            <a:avLst/>
          </a:prstGeom>
          <a:solidFill>
            <a:srgbClr val="795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920" y="1737360"/>
            <a:ext cx="11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Bootstrap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왜 이 기술인가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10728655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YOLOv8n — 경량이라 CPU에서도 돌릴 수 있을 것으로 판단했으나, 커스텀 학습이 GPU 없이는 현실적으로 어려웠음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대안1 PPE 커스텀 학습 → CPU로 에포크당 약 6분, 50에포크 완주 실패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대안2 공개 사전학습 PPE 모델 → 프레임 드랍·오탐지로 실사용 불가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최종 — 둘 다 포기하고 사전학습 COCO 모델 그대로 사용 (헬멧·조끼 클래스 없음)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시스템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시스템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80" y="1645920"/>
            <a:ext cx="9908135" cy="32511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988467"/>
            <a:ext cx="10728655" cy="8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202020"/>
                </a:solidFill>
                <a:latin typeface="맑은 고딕"/>
              </a:rPr>
              <a:t>•  [DevOps &amp; Test] 없음 — CI/CD, 테스트 코드 전부 미구축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핵심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0000"/>
            <a:ext cx="1072865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C6B4A"/>
                </a:solidFill>
                <a:latin typeface="맑은 고딕"/>
              </a:rPr>
              <a:t>COCO 사전학습 모델을 그대로 로드해 실시간 스트리밍에 오버레이하는 최소 구현 — 제안했던 커스텀 탐지 로직은 담기지 못함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1206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맑은 고딕"/>
              </a:rPr>
              <a:t>[ 실제 화면 스크린샷 삽입 ]
(웹캠 실시간 객체 탐지 오버레이)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5760720" cy="2743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model = YOLO('yolov8n.pt')  # COCO 사전학습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while True: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    frame = camera.read()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    result = model(frame)[0]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    frame = draw_boxes(frame, result)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    yield mjpeg_encode(frame)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7200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맑은 고딕"/>
              </a:rPr>
              <a:t>바운딩박스·클래스명·confidence를 OpenCV로 프레임에 그려 MJPEG로 스트리밍. 탐지 결과는 메모리 리스트에 최근 100건만 누적.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설계 대비 구현 간극 (트러블슈팅 대신)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제안서 → 커스텀 학습 시도 → 공개 모델 전환 → 최종 산출물, 4단계 축소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B4A"/>
                </a:solidFill>
                <a:latin typeface="맑은 고딕"/>
              </a:rP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안전모·조끼 미착용 실시간 탐지가 핵심 목표였음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B4A"/>
                </a:solidFill>
                <a:latin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GPU 환경 없어 CPU 학습 시 에포크당 약 6분 → 50에포크 완주 실패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945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B4A"/>
                </a:solidFill>
                <a:latin typeface="맑은 고딕"/>
              </a:rPr>
              <a:t>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146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공개 PPE 모델로 전환 시도했으나 오탐지 문제 지속, 결국 stock COCO 모델로 회귀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제출용 개발보고서와 실제 구현 상태의 괴리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947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B4A"/>
                </a:solidFill>
                <a:latin typeface="맑은 고딕"/>
              </a:rPr>
              <a:t>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보고서엔 Socket.IO·JWT·16대 카메라·정확도 85%가 서술됨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7947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840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B4A"/>
                </a:solidFill>
                <a:latin typeface="맑은 고딕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문서 작성과 실제 구현이 분리되어 진행됨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794760"/>
            <a:ext cx="3566160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840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6B4A"/>
                </a:solidFill>
                <a:latin typeface="맑은 고딕"/>
              </a:rPr>
              <a:t>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148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02020"/>
                </a:solidFill>
                <a:latin typeface="맑은 고딕"/>
              </a:rPr>
              <a:t>실제 코드에는 해당 기능 없음 — 괴리를 포트폴리오에 그대로 인지·기록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성과 · 배운점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성과 / 안 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공모전 본선 탈락, 특별한 수상 없이 프로그램 수료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안 된 것: 안전모/조끼/번호판 탐지 미작동, 얼굴인식·ALPR·행동예측·클라우드연동 등 제안 기능 대부분 미구현, 테스트 코드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400" cy="4572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배운점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AI 모델 개발은 계획서 몇 줄로 되는 일이 아니라 GPU·데이터 등 인프라 제약에 크게 좌우된다는 것을 체감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화려한 설계 문서보다 작은 범위라도 실제로 동작하는 것을 먼저 만드는 게 중요함을 배움 — 이후 CrackBot에서 설계·구현 간극을 정직하게 다루는 기준이 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9C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C6B4A"/>
                </a:solidFill>
                <a:latin typeface="맑은 고딕"/>
              </a:rPr>
              <a:t>GitHub: github.com/SqurareEgg/YOLOv8-SafetyMonitor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이메일: kjw5262@naver.com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